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7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ype="http://schemas.openxmlformats.org/officeDocument/2006/relationships/presProps" Target="presProps.xml"/>  <Relationship Id="rId14" Type="http://schemas.openxmlformats.org/officeDocument/2006/relationships/viewProps" Target="viewProps.xml"/>  <Relationship Id="rId15" Type="http://schemas.openxmlformats.org/officeDocument/2006/relationships/theme" Target="theme/theme1.xml"/>  <Relationship Id="rId16" Type="http://schemas.openxmlformats.org/officeDocument/2006/relationships/tableStyles" Target="tableStyles.xml"/>  <Relationship Id="rId17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 anchor="ctr"/>
          <a:lstStyle>
            <a:lvl1pPr algn="ctr">
              <a:spcBef>
                <a:spcPts val="600"/>
              </a:spcBef>
              <a:spcAft>
                <a:spcPts val="600"/>
              </a:spcAft>
              <a:buNone/>
              <a:defRPr lang="en-US" sz="4400" dirty="0" smtClean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dirty="0" smtClean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/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Gênesis 50.1-21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Descerei com você ao Egito e certamente o trarei de volta. E José estará ao seu lado quando você morrer. Gn 46.4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Por que não me deixou beijar minhas filhas e meus netos e me despedir deles? Você agiu de forma extremamente tola! Gn 31.28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"O senhor salvou nossa vida!", exclamaram. "Permita-nos servir ao faraó." Gn 47.25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"Quando eu morrer, leve meu corpo para fora do Egito e sepulte-me com meus antepassados". José prometeu: "Farei como o senhor me pede".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"Jure que o fará", insistiu. José fez o juramento, e Jacó se curvou humildimente à cabeceira de sua cama. Gn 47.30s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Então o SENHOR disse a Abrão: "Esteja certo de que seus descendentes serão forasteiros em terra alheia, onde sofrerão opressão como escravos por quatrocentos anos.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Mas eu castigarei a nação que os escravizaar e, por fim, eles sairão de lá com grande riqueza.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[...] Depois de quatro gerações, seus descendentes voltarão a esta terra, pois a maldade dos amorreus ainda não chegou ao ponto de provocar meu castigo". Gn 15.13-16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Agora, não fiquem aflitos ou furiosos uns com os outros por terem me vendido para cá. Foi Deus quem me enviou adiante de vocês para lhes preservar a vida. Gn 45.5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Aquele que não conheceu pecado, Ele o fez pecado por nós; para que, nEle, fôssemos feitos justiça de Deus. 2Co 5.21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created with ELC's Presentation Generator</dc:title>
  <dc:subject>PptxGenJS Presentation</dc:subject>
  <dc:creator>PptxGenJS</dc:creator>
  <cp:lastModifiedBy>PptxGenJS</cp:lastModifiedBy>
  <cp:revision>1</cp:revision>
  <dcterms:created xsi:type="dcterms:W3CDTF">2026-08-23T20:08:51.014Z</dcterms:created>
  <dcterms:modified xsi:type="dcterms:W3CDTF">2026-08-23T20:08:51.014Z</dcterms:modified>
</cp:coreProperties>
</file>