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23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arget="slides/slide17.xml" Type="http://schemas.openxmlformats.org/officeDocument/2006/relationships/slide"/>  <Relationship Id="rId19" Type="http://schemas.openxmlformats.org/officeDocument/2006/relationships/presProps" Target="presProps.xml"/>  <Relationship Id="rId20" Type="http://schemas.openxmlformats.org/officeDocument/2006/relationships/viewProps" Target="viewProps.xml"/>  <Relationship Id="rId21" Type="http://schemas.openxmlformats.org/officeDocument/2006/relationships/theme" Target="theme/theme1.xml"/>  <Relationship Id="rId22" Type="http://schemas.openxmlformats.org/officeDocument/2006/relationships/tableStyles" Target="tableStyles.xml"/>  <Relationship Id="rId2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mplat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 anchor="ctr"/>
          <a:lstStyle>
            <a:lvl1pPr algn="ctr">
              <a:spcBef>
                <a:spcPts val="600"/>
              </a:spcBef>
              <a:spcAft>
                <a:spcPts val="600"/>
              </a:spcAft>
              <a:buNone/>
              <a:defRPr lang="en-US" sz="4400" dirty="0" smtClean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400" dirty="0" smtClean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/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
<Relationships xmlns="http://schemas.openxmlformats.org/package/2006/relationships"><Relationship Id="rId1" Target="../slideLayouts/slideLayout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Apocalipse 9.13-21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13 Ele nos resgatou do poder das trevas e nos trouxe para o reino de seu Filho amado
</a:t>
            </a:r>
            <a:r>
              <a:rPr lang="en-US" dirty="0" smtClean="0"/>
              <a:t/>
            </a:r>
            <a:r>
              <a:rPr lang="en-US" dirty="0" smtClean="0"/>
              <a:t>Colossenses 1:13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25 preferindo ser maltratado junto com o povo de Deus a aproveitar os prazeres transitórios do pecado.
</a:t>
            </a:r>
            <a:r>
              <a:rPr lang="en-US" dirty="0" smtClean="0"/>
              <a:t/>
            </a:r>
            <a:r>
              <a:rPr lang="en-US" dirty="0" smtClean="0"/>
              <a:t>Hebreus 11:25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 Então o Senhor disse: “Meu Espírito não tolerará os humanos por muito tempo, pois são apenas carne mortal. Seus dias serão limitados a 120 anos”.
</a:t>
            </a:r>
            <a:r>
              <a:rPr lang="en-US" dirty="0" smtClean="0"/>
              <a:t/>
            </a:r>
            <a:r>
              <a:rPr lang="en-US" dirty="0" smtClean="0"/>
              <a:t>Gênesis 6:3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28 Pois quem se recusava a obedecer à lei de Moisés era morto sem misericórdia, com base no depoimento de duas ou três testemunhas.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29 Imaginem quão maior será o castigo para quem insultou o Filho de Deus, tratou como comum e profano o sangue da aliança que o santificou e menosprezou o Espírito Santo que concede graça.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30 Pois conhecemos aquele que disse: “A vingança cabe a mim;eu lhes darei o que merecem”. E também: “O Senhor julgará o seu povo”.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31 Que coisa terrível é cair nas mãos do Deus vivo.
</a:t>
            </a:r>
            <a:r>
              <a:rPr lang="en-US" dirty="0" smtClean="0"/>
              <a:t/>
            </a:r>
            <a:r>
              <a:rPr lang="en-US" dirty="0" smtClean="0"/>
              <a:t>Hebreus 10:28-31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4 desde o deserto do Neguebe, ao sul, até os montes do Líbano, ao norte; desde o rio Eufrates, a leste, até o mar Mediterrâneo, a oeste, incluindo toda a terra dos hititas.
</a:t>
            </a:r>
            <a:r>
              <a:rPr lang="en-US" dirty="0" smtClean="0"/>
              <a:t/>
            </a:r>
            <a:r>
              <a:rPr lang="en-US" dirty="0" smtClean="0"/>
              <a:t>Josué 1:4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1 Junto aos rios da Babilônia, sentamos e choramos,ao nos lembrarmos de Sião.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2 Pusemos de lado nossas harpase as penduramos nos galhos dos salgueiros.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 Os que nos levaram cativos queriam que cantássemos;nossos opressores exigiam uma canção alegre: “Cantem para nós uma das canções de Sião!”.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4 Mas como poderíamos cantar as canções do Senhorestando em terra estrangeira?
</a:t>
            </a:r>
            <a:r>
              <a:rPr lang="en-US" dirty="0" smtClean="0"/>
              <a:t/>
            </a:r>
            <a:r>
              <a:rPr lang="en-US" dirty="0" smtClean="0"/>
              <a:t>Salmos 137:1-4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38 Aconteceu conforme o profeta Isaías tinha dito: “Senhor, quem creu em nossa mensagem? A quem o Senhor revelou seu braço forte?”.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39 Mas o povo não podia crer, pois como Isaías também disse: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40 “O Senhor cegou seus olhose endureceu seu coração para que seus olhos não vejam,e seu coração não entenda, e não se voltem para mim, nem permitam que eu os cure”.
</a:t>
            </a:r>
            <a:r>
              <a:rPr lang="en-US" dirty="0" smtClean="0"/>
              <a:t/>
            </a:r>
            <a:r>
              <a:rPr lang="en-US" dirty="0" smtClean="0"/>
              <a:t>João 12:38-40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>
            <p:ph idx="100" type="body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 wrap="square" rtlCol="0"/>
          <a:lstStyle/>
          <a:p>
            <a:pPr>
              <a:buNone/>
            </a:pPr>
            <a:r>
              <a:rPr lang="en-US" dirty="0" smtClean="0"/>
              <a:t>7 Por isso Deus estabeleceu outra ocasião para que entrem em seu descanso, e essa ocasião é “hoje”. Ele anunciou isso por meio de Davi muito tempo depois, nas palavras já citadas: “Hoje, se ouvirem sua voz, não endureçam o coração”.
</a:t>
            </a:r>
            <a:r>
              <a:rPr lang="en-US" dirty="0" smtClean="0"/>
              <a:t/>
            </a:r>
            <a:r>
              <a:rPr lang="en-US" dirty="0" smtClean="0"/>
              <a:t>Hebreus 4:7
</a:t>
            </a:r>
            <a:r>
              <a:rPr lang="en-US" dirty="0" smtClean="0"/>
              <a:t/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created with ELC's Presentation Generator</dc:title>
  <dc:subject>PptxGenJS Presentation</dc:subject>
  <dc:creator>PptxGenJS</dc:creator>
  <cp:lastModifiedBy>PptxGenJS</cp:lastModifiedBy>
  <cp:revision>1</cp:revision>
  <dcterms:created xsi:type="dcterms:W3CDTF">2026-10-11T01:26:54.358Z</dcterms:created>
  <dcterms:modified xsi:type="dcterms:W3CDTF">2026-10-11T01:26:54.358Z</dcterms:modified>
</cp:coreProperties>
</file>